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we're covering — and 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16736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~$609M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moving across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day. Today,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of it lives outside our ERP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creating financial blind spots, reconciliation gaps, and operational risk. This session explains what we have, what's broken, and the plan to fix it.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697224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578608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0704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277977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7121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inventory is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and where it lives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621024"/>
            <a:ext cx="33314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~$609M across replacement, repair, and reverse logistics — touching every service motion Asurion runs.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5193792"/>
            <a:ext cx="3331464" cy="256032"/>
          </a:xfrm>
          <a:prstGeom prst="roundRect">
            <a:avLst>
              <a:gd name="adj" fmla="val 14286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5193792"/>
            <a:ext cx="3331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45864" y="2103120"/>
            <a:ext cx="3697224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45864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578608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8744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28744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40808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428744" y="277977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28744" y="287121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fragmented systems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create financial risk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28744" y="3621024"/>
            <a:ext cx="33314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sits on legacy platforms outside D365 F&amp;O. Every split system is a gap where inventory and dollars go untraced.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28744" y="5193792"/>
            <a:ext cx="3331464" cy="256032"/>
          </a:xfrm>
          <a:prstGeom prst="roundRect">
            <a:avLst>
              <a:gd name="adj" fmla="val 14286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8744" y="5193792"/>
            <a:ext cx="3331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125968" y="2103120"/>
            <a:ext cx="3697224" cy="3474720"/>
          </a:xfrm>
          <a:prstGeom prst="roundRect">
            <a:avLst>
              <a:gd name="adj" fmla="val 184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25968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578608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08848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8848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20912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308848" y="277977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08848" y="287121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consolidate —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and what it delivers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308848" y="3621024"/>
            <a:ext cx="3331464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phased ERP consolidation already delivering results. Phase 1 beat forecast by $5.7M. Three phases remain.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308848" y="5193792"/>
            <a:ext cx="3331464" cy="256032"/>
          </a:xfrm>
          <a:prstGeom prst="roundRect">
            <a:avLst>
              <a:gd name="adj" fmla="val 14286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8848" y="5193792"/>
            <a:ext cx="3331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81272" y="3675888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961376" y="3675888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2026-06-09T18:52:29Z</dcterms:created>
  <dcterms:modified xsi:type="dcterms:W3CDTF">2026-06-09T18:52:29Z</dcterms:modified>
</cp:coreProperties>
</file>