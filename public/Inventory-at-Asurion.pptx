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Fragmented Systems to a Single Source of 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11457432" cy="694944"/>
          </a:xfrm>
          <a:prstGeom prst="roundRect">
            <a:avLst>
              <a:gd name="adj" fmla="val 789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10908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the foundation every service program runs on. It runs behind the scenes, unseen — but customers always feel it when something goes wrong. Inventory makes the service promise possible. This review is about making sure we can always keep it.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01168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review, we will take a look at: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359152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359152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834640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" y="2523744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108960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powers every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 motion we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858768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~$609M asset across ~890 locations, present at every step — from advance exchange to reverse logistics. Scale and complexity demand a system built to match.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20640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45864" y="2359152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359152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45864" y="2834640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28744" y="2450592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8744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40808" y="2523744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28744" y="3017520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28744" y="3108960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Fragmented systems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and operational risk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28744" y="3858768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platforms outside our ERP make it difficult to trace units, reconcile financials, and catch issues early. The gap compounds over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28744" y="5120640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8744" y="5120640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25968" y="2359152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359152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25968" y="2834640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8848" y="2450592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08848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20912" y="2523744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308848" y="3017520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8848" y="3108960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proven model, scaling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by program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08848" y="3858768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tested, phased approach to a single source of truth. The model is working — this review outlines what remains and what full consolidation makes possible.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08848" y="5120640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08848" y="5120640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81272" y="3749040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961376" y="3749040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65760" y="5632704"/>
            <a:ext cx="11457432" cy="475488"/>
          </a:xfrm>
          <a:prstGeom prst="roundRect">
            <a:avLst>
              <a:gd name="adj" fmla="val 1153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" y="5650992"/>
            <a:ext cx="10945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this review, I hope that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clear understanding of the role inventory plays across every service program we run</a:t>
            </a:r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why managing it with a single source of truth is not just an operational improvement, but a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capability that enables Asurion to move faster, reduce financial risk, and scale with confidence.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2026-06-09T19:16:42Z</dcterms:created>
  <dcterms:modified xsi:type="dcterms:W3CDTF">2026-06-09T19:16:42Z</dcterms:modified>
</cp:coreProperties>
</file>