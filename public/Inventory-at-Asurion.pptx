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Fragmented Systems to a Single Source of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43584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is the foundation every service program runs on.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runs behind the scenes, unseen — but customers always feel it when something goes wrong.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makes the service promise possible.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This review is about making sure we can always keep it.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2322576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145536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3145536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3145536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577840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596128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you leave understanding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inventory plays across Fulfillment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we are in the SSOT journey, and why it's a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capability — not just an operational fix.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2026-06-09T19:36:08Z</dcterms:created>
  <dcterms:modified xsi:type="dcterms:W3CDTF">2026-06-09T19:36:08Z</dcterms:modified>
</cp:coreProperties>
</file>