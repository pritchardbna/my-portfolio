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Agenda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65760" y="1664208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1792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792224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Supports Every Fulfillment Motion Across Asurion's Service Network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063618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inventory is, where it lives, and the service motions it enables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2523744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2651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 Systems Connect Inventory Movement to Financial Accountability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923154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systems tie each physical move to a financial record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" y="3511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3511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15568" y="3511296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Proven Inventory Model Across Every Program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782690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 single-source-of-truth playbook, extended phase by phase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31636" y="1664208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77940" y="1792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794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81444" y="1792224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Split Across Multiple Systems of Record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81444" y="2063618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consolidating into one source of truth is a financial control, not just an operational one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31636" y="2523744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7940" y="2651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79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81444" y="2651760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Operating Model Improves Visibility, Control, and Scale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81444" y="2923154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fragmented tools to a single, governed operating model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CENTERPIECE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inventory movement to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accountability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66420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unit travels a single chain — from a physical movement to a financial record. The goal isn't inventory in one place; it's keeping that chain unbroken across every system it touches.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226771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0" y="22677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686800" y="22677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2505456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743200"/>
            <a:ext cx="365760" cy="365760"/>
          </a:xfrm>
          <a:prstGeom prst="ellipse">
            <a:avLst/>
          </a:prstGeom>
          <a:solidFill>
            <a:srgbClr val="EDE8F5"/>
          </a:solidFill>
          <a:ln w="12700">
            <a:solidFill>
              <a:srgbClr val="C4AE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10512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37588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7940" y="2743200"/>
            <a:ext cx="365760" cy="365760"/>
          </a:xfrm>
          <a:prstGeom prst="ellipse">
            <a:avLst/>
          </a:prstGeom>
          <a:solidFill>
            <a:srgbClr val="EDE8F5"/>
          </a:solidFill>
          <a:ln w="12700">
            <a:solidFill>
              <a:srgbClr val="C4AE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7588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82340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09416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39768" y="2743200"/>
            <a:ext cx="365760" cy="365760"/>
          </a:xfrm>
          <a:prstGeom prst="ellipse">
            <a:avLst/>
          </a:prstGeom>
          <a:solidFill>
            <a:srgbClr val="EDE8F5"/>
          </a:solidFill>
          <a:ln w="12700">
            <a:solidFill>
              <a:srgbClr val="C4AE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9416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154168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381244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11596" y="2743200"/>
            <a:ext cx="365760" cy="365760"/>
          </a:xfrm>
          <a:prstGeom prst="ellipse">
            <a:avLst/>
          </a:prstGeom>
          <a:solidFill>
            <a:srgbClr val="EDE8F5"/>
          </a:solidFill>
          <a:ln w="12700">
            <a:solidFill>
              <a:srgbClr val="C4AE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81244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25996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53072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3424" y="2743200"/>
            <a:ext cx="365760" cy="365760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3072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97824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724900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55252" y="2743200"/>
            <a:ext cx="365760" cy="365760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24900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169652" y="3035808"/>
            <a:ext cx="2453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396728" y="2615184"/>
            <a:ext cx="1426464" cy="1133856"/>
          </a:xfrm>
          <a:prstGeom prst="roundRect">
            <a:avLst>
              <a:gd name="adj" fmla="val 6452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27080" y="2743200"/>
            <a:ext cx="365760" cy="365760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96728" y="3182112"/>
            <a:ext cx="14264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913632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is a system handoff. When those systems are fragmented, the chain breaks at the seams — and that's where inventory and dollars go unaccounted for.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4956048"/>
            <a:ext cx="11457432" cy="804672"/>
          </a:xfrm>
          <a:prstGeom prst="roundRect">
            <a:avLst>
              <a:gd name="adj" fmla="val 681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5010912"/>
            <a:ext cx="110002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inventory in one system — it is maintaining 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from procurement through financial close.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inventory movement eventually becomes a financial event.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operating model improves visibility,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control, and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783080"/>
            <a:ext cx="5303520" cy="3931920"/>
          </a:xfrm>
          <a:prstGeom prst="roundRect">
            <a:avLst>
              <a:gd name="adj" fmla="val 162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96596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4560" y="1938528"/>
            <a:ext cx="3246120" cy="274320"/>
          </a:xfrm>
          <a:prstGeom prst="roundRect">
            <a:avLst>
              <a:gd name="adj" fmla="val 13333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40280" y="1938528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236829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" y="2843784"/>
            <a:ext cx="5010912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89864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2064" y="3374136"/>
            <a:ext cx="5010912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429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2064" y="3904488"/>
            <a:ext cx="5010912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9593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" y="4434840"/>
            <a:ext cx="5010912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448970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2064" y="4965192"/>
            <a:ext cx="5010912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502005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70448" y="3493008"/>
            <a:ext cx="512064" cy="51206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70448" y="34930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9672" y="1783080"/>
            <a:ext cx="5303520" cy="3931920"/>
          </a:xfrm>
          <a:prstGeom prst="roundRect">
            <a:avLst>
              <a:gd name="adj" fmla="val 162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196596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439912" y="1938528"/>
            <a:ext cx="3154680" cy="274320"/>
          </a:xfrm>
          <a:prstGeom prst="roundRect">
            <a:avLst>
              <a:gd name="adj" fmla="val 13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85632" y="1938528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720840" y="236829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2788920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84378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65976" y="3264408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331927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65976" y="3739896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3794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665976" y="4215384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27024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5976" y="4690872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474573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65976" y="5166360"/>
            <a:ext cx="5010912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20840" y="522122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5852160"/>
            <a:ext cx="45720" cy="475488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97880"/>
            <a:ext cx="11228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6327648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Inventory accountability and financial accountability should be inseparable.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STATE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2026-06-09T01:59:58Z</dcterms:created>
  <dcterms:modified xsi:type="dcterms:W3CDTF">2026-06-09T01:59:58Z</dcterms:modified>
</cp:coreProperties>
</file>