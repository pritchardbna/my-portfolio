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16736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 manages approximately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in inventory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spanning every fulfillment program. Of that,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remains on legacy systems outside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introducing financial exposure, reconciliation gaps, and limited operational visibility. This review outlines the current state, the systemic risk, and the consolidation path to a single source of truth.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578608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~$609M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inventory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it lives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Asurion's operational backbone — every service motion depends on it being in the right place at the right time.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$401.8M in Replacement (AE, DES, NDES, ISP)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in Repair (uBreakiFix, SUR, UROC)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locations: warehouses, FSLs, stores &amp; vendors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245864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45864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45864" y="2578608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8744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28744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40808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428744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28744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$207M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428744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D365 F&amp;O today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28744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28744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fragmented systems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financial risk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428744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inventory and financials live in separate systems, every unit and dollar becomes harder to trace — and risk grows with volume.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28744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5048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legacy systems: PRISM, Distro, SBX Cycle Count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28744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5048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reconciliation, billing disputes, delayed visibility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28744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5048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exposure compounds as programs scale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28744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28744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25968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25968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5968" y="2578608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08848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08848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820912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8308848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08848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$5.7M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8308848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forecast — Phase 1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308848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08848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consolidate —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delivers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308848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4-phase ERP consolidation moves every program into D365 F&amp;O. Phase 1 is done and already proving the model.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308848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55152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(2024–25): DES / NDES / ISP — complete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308848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55152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2–3 (2026): UBIF Portal + SUR — in progress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308848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5152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(2027): Distro → 100% of inventory in one ERP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308848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08848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081272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961376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2026-06-09T18:58:10Z</dcterms:created>
  <dcterms:modified xsi:type="dcterms:W3CDTF">2026-06-09T18:58:10Z</dcterms:modified>
</cp:coreProperties>
</file>